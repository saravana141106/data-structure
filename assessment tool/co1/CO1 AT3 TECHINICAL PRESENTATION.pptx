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13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770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B3E46-E7A2-D577-DEDB-D35EF075C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B1A1E-AF78-FD11-E00B-FBAE65376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7D3E3-87CF-3F53-F558-328C0B35E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4A1E7-C26A-9FEF-4696-BC235AF42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9415A-428E-33CB-C5AC-74984B1E9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01506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02DA-016B-069F-B2F8-E1BC53F7B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002DE-B1DA-437D-4B97-528510FE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11810-3F94-6AFB-567E-3F52A802A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38E44-DCF0-EE65-640A-C4D228DDB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43F4C-B19D-4DB9-BC93-A3AB1351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42004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62C8-00A3-1962-3A68-77C59BB53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3F15B-E4A5-D36E-F493-C131AB56E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C65DB-858F-178F-D30B-216F12B9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EE800-58B4-2536-8B89-AC26ADA6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72AA1-7C38-3A36-6D2F-C19660DA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301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086E0-019B-59CD-6A05-F0D509E02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D1F7-FCB9-1376-5D5B-4E7715CFA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5FD77-FC45-2AD7-D9B8-288562F58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37924-F404-D433-330D-059A79DBD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2323C-98CE-AA73-A455-BB450D6A6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1A857-8544-E1F1-D1D4-18DEDC8E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5660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D2918-1DA3-2DD9-5E7D-AEE2463A7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C1A57-E1D1-AA69-0066-F3079CA6E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B0259-EF49-C047-B48C-05AF58379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E0C2B5-E40E-C4B8-FD9D-AB96196558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8CF7EB-6F2B-77C0-0516-A07067830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A0BF5A-3C04-CA64-C134-FEA62F944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F1083E-E6D0-5113-4490-88083EC9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4693FE-1D2F-9CE7-E8FB-F645FAD81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1865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32EBD-F548-392B-62AE-CC713C284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72836-6365-8CE7-7586-EC67AD0D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FF4E9-0E0C-32D6-9848-72429529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63BE0-8B0E-7472-DDBC-643CD614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9156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79F702-1C6B-19E8-4579-75BA2E6C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B9A74B-EEB7-AEB3-6F5E-29A371AA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C2212-3131-3E71-D02D-A463A47A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7435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3300-3A8D-E88E-BEBB-FBF3C30F9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F7991-4CD2-D603-2C4E-F2ED96203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39B75-EEC8-D46C-F3BE-A4594E09F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56BD8-D452-3EB3-7BEC-21A70E479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B8E10-5960-B664-538D-CCAEB4B49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94352-DEDC-9945-C6AC-6FB70D022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1140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5251E-5EBF-389D-28A9-5F9B0525F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7B0D1E-58D6-8DCB-0050-E571B6B538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C4460-EF6D-D906-29A4-D0F7E92FD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A901D-1F79-A931-001D-E66BD0535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35E58-B999-E486-EB57-EE7FEAAE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240F0-4288-BA54-C12C-1454578F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5959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9A91E-5D6C-BB6B-75D6-4C3D9979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A8458-CA24-C606-7E1B-FA9298958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623F4-79D6-3825-AAD9-53505744D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D7C7E-818A-AD4E-DD94-6F40627A8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64F5E-F4D5-034B-FD04-EAB9A196C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2308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ECB565-FF3D-C034-E767-65B2D6A7B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2FB5D-AA9B-DB84-7671-0C036BE87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299FA-91D2-7F87-7D43-1AFB98DF2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EEF05-71C8-0250-04E7-121CBAC6C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72EF9-36BB-F17E-63C1-10F67B99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1414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941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B3F074-F0C0-9424-52C5-D2C36B2C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CFBAC-9D56-DBA7-A147-28C21307E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D272B-9CE3-91C3-4EB8-E01C5C56D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4DFDB-B5D5-7857-BC0F-BEF788C42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6FF82-9135-BA2B-1407-82BDA6A4A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0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937760" cy="493776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-457200"/>
            <a:ext cx="2926080" cy="292608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PARKING  TOKEN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59" y="1783080"/>
            <a:ext cx="109900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parking Token System Using Queue (ADT)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7863840" cy="2606040"/>
          </a:xfrm>
          <a:prstGeom prst="roundRect">
            <a:avLst>
              <a:gd name="adj" fmla="val 4211"/>
            </a:avLst>
          </a:prstGeom>
          <a:solidFill>
            <a:srgbClr val="FFFFFF">
              <a:alpha val="94000"/>
            </a:srgbClr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43000" y="3657600"/>
            <a:ext cx="7223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parking token system organizes customers so everyone is served in the order they arrive — avoiding confusion, reducing waiting-time disputes, and improving service efficiency.
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Abstract Data Type (ADT) is the most suitable choice because it follows the </a:t>
            </a: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 (FIFO)</a:t>
            </a: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principle — the customer who arrives first is served first.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6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100" dirty="0"/>
          </a:p>
        </p:txBody>
      </p:sp>
      <p:pic>
        <p:nvPicPr>
          <p:cNvPr id="10" name="object 6">
            <a:extLst>
              <a:ext uri="{FF2B5EF4-FFF2-40B4-BE49-F238E27FC236}">
                <a16:creationId xmlns:a16="http://schemas.microsoft.com/office/drawing/2014/main" id="{6991F245-A319-A98C-7DB5-BAE806B4001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67" y="310924"/>
            <a:ext cx="11125200" cy="9318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034E54-AD31-6C9E-F7AA-8DFF1BDD3011}"/>
              </a:ext>
            </a:extLst>
          </p:cNvPr>
          <p:cNvSpPr txBox="1"/>
          <p:nvPr/>
        </p:nvSpPr>
        <p:spPr>
          <a:xfrm>
            <a:off x="9218141" y="3657600"/>
            <a:ext cx="2323070" cy="1935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749002-F952-9E02-79FC-5AF6AACCD442}"/>
              </a:ext>
            </a:extLst>
          </p:cNvPr>
          <p:cNvSpPr/>
          <p:nvPr/>
        </p:nvSpPr>
        <p:spPr>
          <a:xfrm>
            <a:off x="9374659" y="5000368"/>
            <a:ext cx="1674341" cy="90616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C9549-B672-C3A8-EB0B-87C3BD054852}"/>
              </a:ext>
            </a:extLst>
          </p:cNvPr>
          <p:cNvSpPr txBox="1"/>
          <p:nvPr/>
        </p:nvSpPr>
        <p:spPr>
          <a:xfrm>
            <a:off x="9503170" y="5020043"/>
            <a:ext cx="13584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Saravana.H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192511397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ADT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Queue?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linear data structure that follows the FIFO (First In, First Out) principle.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0939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4048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customer to the rear of the queue.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0266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337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customer from the front of the queue.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14216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959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(Peek)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270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first customer.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94690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52029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queue is empty.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2148840"/>
            <a:ext cx="5486400" cy="3749040"/>
          </a:xfrm>
          <a:prstGeom prst="roundRect">
            <a:avLst>
              <a:gd name="adj" fmla="val 2927"/>
            </a:avLst>
          </a:prstGeom>
          <a:solidFill>
            <a:srgbClr val="2F3C7E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92240" y="2395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306324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37960" y="30632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98080" y="306324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54112" y="306324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754112" y="30632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714232" y="306324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70264" y="306324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970264" y="30632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930384" y="306324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186416" y="306324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0186416" y="30632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492240" y="4114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140696" y="4114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Order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5029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 →  102  →  103  →  104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Queue is Suitable</a:t>
            </a:r>
            <a:endParaRPr lang="en-US" sz="3000" dirty="0"/>
          </a:p>
        </p:txBody>
      </p:sp>
      <p:pic>
        <p:nvPicPr>
          <p:cNvPr id="4" name="Image 0" descr="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367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customers are served in arrival order</a:t>
            </a:r>
            <a:endParaRPr lang="en-US" sz="1400" dirty="0"/>
          </a:p>
        </p:txBody>
      </p:sp>
      <p:pic>
        <p:nvPicPr>
          <p:cNvPr id="6" name="Image 1" descr="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58568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22037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customers from skipping the line</a:t>
            </a:r>
            <a:endParaRPr lang="en-US" sz="1400" dirty="0"/>
          </a:p>
        </p:txBody>
      </p:sp>
      <p:pic>
        <p:nvPicPr>
          <p:cNvPr id="8" name="Image 2" descr="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25496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7706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easy to implement</a:t>
            </a:r>
            <a:endParaRPr lang="en-US" sz="1400" dirty="0"/>
          </a:p>
        </p:txBody>
      </p:sp>
      <p:pic>
        <p:nvPicPr>
          <p:cNvPr id="10" name="Image 3" descr="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92424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fair and organized service</a:t>
            </a:r>
            <a:endParaRPr lang="en-US" sz="1400" dirty="0"/>
          </a:p>
        </p:txBody>
      </p:sp>
      <p:pic>
        <p:nvPicPr>
          <p:cNvPr id="12" name="Image 4" descr="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59352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39044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cafeterias, banks, hospitals, and ticket counters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6400800" y="169164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8"/>
          <p:cNvSpPr/>
          <p:nvPr/>
        </p:nvSpPr>
        <p:spPr>
          <a:xfrm>
            <a:off x="6720840" y="1920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2331720"/>
          <a:ext cx="4526280" cy="15544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640080" y="470916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0"/>
          <p:cNvSpPr/>
          <p:nvPr/>
        </p:nvSpPr>
        <p:spPr>
          <a:xfrm>
            <a:off x="960120" y="4709160"/>
            <a:ext cx="10287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ADT guarantees fairness and efficient customer service using the FIFO principle.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CAFETERIA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2F3C7E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60120" y="1984248"/>
            <a:ext cx="685800" cy="6858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cafeteri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788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Cafeteria token systems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89120" y="16916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F96167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709160" y="1984248"/>
            <a:ext cx="685800" cy="6858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ba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1488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788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counters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38160" y="16916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2F3C7E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8458200" y="1984248"/>
            <a:ext cx="685800" cy="6858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hospita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1488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58200" y="2788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registration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84048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F96167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960120" y="4133088"/>
            <a:ext cx="685800" cy="6858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railwa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" y="42976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49377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booking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389120" y="384048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2F3C7E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4709160" y="4133088"/>
            <a:ext cx="685800" cy="6858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int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42976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09160" y="49377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scheduling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138160" y="384048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F96167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8458200" y="4133088"/>
            <a:ext cx="685800" cy="6858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callcent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2792" y="429768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58200" y="49377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937760" cy="493776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457200" y="5029200"/>
            <a:ext cx="2926080" cy="292608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0" y="69335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3C6F3C7-8B1E-31C5-ADCF-60F289D5A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891" y="1648934"/>
            <a:ext cx="6457741" cy="48433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277</Words>
  <Application>Microsoft Office PowerPoint</Application>
  <PresentationFormat>Widescreen</PresentationFormat>
  <Paragraphs>66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shakthi hariaran</cp:lastModifiedBy>
  <cp:revision>5</cp:revision>
  <dcterms:created xsi:type="dcterms:W3CDTF">2026-07-27T08:33:33Z</dcterms:created>
  <dcterms:modified xsi:type="dcterms:W3CDTF">2026-07-29T05:40:19Z</dcterms:modified>
</cp:coreProperties>
</file>